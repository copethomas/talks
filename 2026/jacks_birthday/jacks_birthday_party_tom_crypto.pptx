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28115eb2b820a3a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28115eb2b820a3a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ee4160b3ad60d0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ee4160b3ad60d0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f162757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df162757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df16275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df16275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7ee4160b3ad60d0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7ee4160b3ad60d0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ee4160b3ad60d0d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ee4160b3ad60d0d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d05d760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dd05d76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ee4160b3ad60d0d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ee4160b3ad60d0d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ee4160b3ad60d0d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ee4160b3ad60d0d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f162757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df162757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7ee4160b3ad60d0d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7ee4160b3ad60d0d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7ee4160b3ad60d0d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7ee4160b3ad60d0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f162757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df162757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f162757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df162757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ee4160b3ad60d0d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ee4160b3ad60d0d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df162757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df162757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dd05d76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dd05d76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omcope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4.gif"/><Relationship Id="rId5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Cryptography" TargetMode="External"/><Relationship Id="rId5" Type="http://schemas.openxmlformats.org/officeDocument/2006/relationships/hyperlink" Target="https://en.wikipedia.org/wiki/Socialist_millionaire_problem#cite_note-socialist-millionaire-problem-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://drive.google.com/file/d/1mFhyaWtqVEeX9OP1PG1wRTKI1Io2gcvp/view" TargetMode="External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afecurves.cr.yp.to/" TargetMode="External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filosottile/age" TargetMode="External"/><Relationship Id="rId4" Type="http://schemas.openxmlformats.org/officeDocument/2006/relationships/hyperlink" Target="https://tomcope.com/agepubkey" TargetMode="External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ryptomator.org/" TargetMode="External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top 9 fav Crypto’s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</a:t>
            </a:r>
            <a:r>
              <a:rPr lang="en-GB"/>
              <a:t>Cryptocurrency</a:t>
            </a:r>
            <a:r>
              <a:rPr lang="en-GB"/>
              <a:t>, fav Cryptography 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501275" y="3447825"/>
            <a:ext cx="81114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By Tom Cope (</a:t>
            </a:r>
            <a:r>
              <a:rPr lang="en-GB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https://tomcope.com</a:t>
            </a: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[2026-06-21]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Warning: This presentation was </a:t>
            </a: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entirely</a:t>
            </a:r>
            <a:r>
              <a:rPr lang="en-GB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human generated and may contain opinions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 - Tiny Encryption Algorithm 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It's</a:t>
            </a:r>
            <a:r>
              <a:rPr lang="en-GB"/>
              <a:t> so simple and cool!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What a </a:t>
            </a:r>
            <a:r>
              <a:rPr lang="en-GB"/>
              <a:t>fantastic</a:t>
            </a:r>
            <a:r>
              <a:rPr lang="en-GB"/>
              <a:t> name!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Not very secure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1 Key = 3 Keys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Was used to break the </a:t>
            </a:r>
            <a:r>
              <a:rPr lang="en-GB"/>
              <a:t>original</a:t>
            </a:r>
            <a:r>
              <a:rPr lang="en-GB"/>
              <a:t> XBOX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Used in Valve Anti Cheat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Encrypts the different scanning modules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Still fairly used due to its simplicity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Tea = 1994 (Roger Needham, David Wheeler)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XTea = 1997 (Roger Needham, David Wheeler) (A bit more secure)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XXTea = 1998 (Roger Needham, David Wheeler) (Even more a bit more secure!)</a:t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350" y="1720075"/>
            <a:ext cx="4290777" cy="21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8750" y="248288"/>
            <a:ext cx="23050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OTR - Off the Record 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“What if we had a system which could run on top of ANY messaging platform in order to make it secure”?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?OTR?v23?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?OTR:AAQD9P….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Invented in 2004 by Nikita Borisov, Ian Goldberg, and Eric A. Brewer.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Supports 4 strong </a:t>
            </a:r>
            <a:r>
              <a:rPr lang="en-GB"/>
              <a:t>guarantees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Encryption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Authentication </a:t>
            </a:r>
            <a:endParaRPr b="1" u="sng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Perfect Forward Secrecy (PFS)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Plausible Deniability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Nativity</a:t>
            </a:r>
            <a:r>
              <a:rPr lang="en-GB"/>
              <a:t> supported in Go!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https://pkg.go.dev/golang.org/x/crypto/otr</a:t>
            </a:r>
            <a:endParaRPr/>
          </a:p>
        </p:txBody>
      </p:sp>
      <p:pic>
        <p:nvPicPr>
          <p:cNvPr descr="message (provided by Getty Images)"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8325" y="33425"/>
            <a:ext cx="1603277" cy="1603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5"/>
          <p:cNvCxnSpPr/>
          <p:nvPr/>
        </p:nvCxnSpPr>
        <p:spPr>
          <a:xfrm flipH="1">
            <a:off x="3835175" y="3328425"/>
            <a:ext cx="3302700" cy="4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6" name="Google Shape;86;p15" title="giphy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2150" y="3130450"/>
            <a:ext cx="1712600" cy="128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men are sitting on a porch talking to each other . one of the men is wearing a blue shirt . (provided by Tenor)"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5377" y="3130452"/>
            <a:ext cx="2493426" cy="13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2946569" y="3815164"/>
            <a:ext cx="38343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(ensuring that no third party could mathematically prove that a specific person wrote a particular message)</a:t>
            </a:r>
            <a:endParaRPr sz="7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 rot="10800000">
            <a:off x="3905075" y="4067525"/>
            <a:ext cx="2910300" cy="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OTR - Off the Record 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4 strong guarantees: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Authentication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How do you know the person you are talking to on the other end is the right person?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Out of bound checks (Call them up and check fingerprints)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What if you could ask them a question? 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“what was the name of my old cat”</a:t>
            </a:r>
            <a:endParaRPr/>
          </a:p>
        </p:txBody>
      </p:sp>
      <p:pic>
        <p:nvPicPr>
          <p:cNvPr descr="message (provided by Getty Images)"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8325" y="33425"/>
            <a:ext cx="1603277" cy="1603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OTR - Off the Record </a:t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-4910" l="6529" r="9111" t="4910"/>
          <a:stretch/>
        </p:blipFill>
        <p:spPr>
          <a:xfrm>
            <a:off x="5150750" y="102450"/>
            <a:ext cx="3432600" cy="48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361625" y="1911475"/>
            <a:ext cx="37041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In </a:t>
            </a:r>
            <a:r>
              <a:rPr lang="en-GB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cryptography</a:t>
            </a: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, the </a:t>
            </a:r>
            <a:r>
              <a:rPr b="1" lang="en-GB" sz="1200">
                <a:solidFill>
                  <a:srgbClr val="202122"/>
                </a:solidFill>
                <a:highlight>
                  <a:srgbClr val="FFFFFF"/>
                </a:highlight>
              </a:rPr>
              <a:t>socialist millionaire problem</a:t>
            </a:r>
            <a:r>
              <a:rPr baseline="30000" lang="en-GB" sz="16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 is one in which two millionaires want to determine if their wealth is equal without disclosing any information about their riches to each other.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OTR uses this to ask a question and if you get it right then you establish a secure connection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“What was the name of my old cat”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“Tabby”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Char char="●"/>
            </a:pPr>
            <a:r>
              <a:rPr lang="en-GB" sz="1200">
                <a:solidFill>
                  <a:srgbClr val="202122"/>
                </a:solidFill>
                <a:highlight>
                  <a:srgbClr val="FFFFFF"/>
                </a:highlight>
              </a:rPr>
              <a:t>&lt;Connection Authenticated, Verified and Secure&gt;</a:t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ChaCha20-Poly130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AES (Advanced Encryption Standard)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“cheats” -&gt; Hardware black box </a:t>
            </a:r>
            <a:r>
              <a:rPr lang="en-GB"/>
              <a:t>acceleration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Special intel instruction (AES-NI)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Can’t check inside the CPU Blackbox for the implementation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ChaCha20-Poly1305, is a great alternative which used Authenticated Encryption with Associated Data (AEAD)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Created by Daniel J. Bernstein in 2005(ChaCha) &amp; 2008 (Poly)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Its really fast and very secure!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Used in many mobile and low powered devices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Picked up by Google in order to make phones better at using the internet!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Used in TLS and SSH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It's</a:t>
            </a:r>
            <a:r>
              <a:rPr lang="en-GB"/>
              <a:t> the “cool” </a:t>
            </a:r>
            <a:r>
              <a:rPr lang="en-GB"/>
              <a:t>competitor</a:t>
            </a:r>
            <a:r>
              <a:rPr lang="en-GB"/>
              <a:t>, good to not use one crypto for everything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350" y="144138"/>
            <a:ext cx="18478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350" y="43600"/>
            <a:ext cx="2281950" cy="26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Not really a crypto </a:t>
            </a:r>
            <a:r>
              <a:rPr lang="en-GB"/>
              <a:t>algorithm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Cool </a:t>
            </a:r>
            <a:r>
              <a:rPr lang="en-GB"/>
              <a:t>library</a:t>
            </a:r>
            <a:r>
              <a:rPr lang="en-GB"/>
              <a:t> for making stuff with crypto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Designed to protect you from mistakes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“</a:t>
            </a:r>
            <a:r>
              <a:rPr lang="en-GB"/>
              <a:t>Sodium is a modern, easy-to-use software library for encryption, decryption, signatures, password hashing, and more. It is a portable, cross-compilable, installable, and packageable fork of NaCl, with a compatible but extended API to improve usability even further”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75" y="62024"/>
            <a:ext cx="6747350" cy="16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000" y="345037"/>
            <a:ext cx="4017776" cy="97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 rotWithShape="1">
          <a:blip r:embed="rId4">
            <a:alphaModFix/>
          </a:blip>
          <a:srcRect b="54223" l="0" r="4916" t="0"/>
          <a:stretch/>
        </p:blipFill>
        <p:spPr>
          <a:xfrm>
            <a:off x="112225" y="2174825"/>
            <a:ext cx="4071226" cy="20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 rotWithShape="1">
          <a:blip r:embed="rId4">
            <a:alphaModFix/>
          </a:blip>
          <a:srcRect b="0" l="813" r="0" t="47509"/>
          <a:stretch/>
        </p:blipFill>
        <p:spPr>
          <a:xfrm>
            <a:off x="4117775" y="1725775"/>
            <a:ext cx="4944726" cy="27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Secret Box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841" y="338649"/>
            <a:ext cx="3971160" cy="96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50" y="1693275"/>
            <a:ext cx="5318720" cy="33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5673100" y="1813875"/>
            <a:ext cx="333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https://pkg.go.dev/golang.org/x/crypto/nacl/secretbox</a:t>
            </a:r>
            <a:endParaRPr sz="1000"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929" y="2428768"/>
            <a:ext cx="2821071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5793650" y="3361700"/>
            <a:ext cx="28758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Uses ChaCha20-Poly130!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Signal - Sealed </a:t>
            </a:r>
            <a:r>
              <a:rPr lang="en-GB"/>
              <a:t>Sender 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Signal app goes a very long way to </a:t>
            </a:r>
            <a:r>
              <a:rPr lang="en-GB"/>
              <a:t>protect</a:t>
            </a:r>
            <a:r>
              <a:rPr lang="en-GB"/>
              <a:t> users with both encryption and data </a:t>
            </a:r>
            <a:r>
              <a:rPr lang="en-GB"/>
              <a:t>minimization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Less meta data collection better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Unlike WhatsApp which keeps your social graph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Signal-Logo.svg - Wikimedia Commons"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951" y="105251"/>
            <a:ext cx="1525750" cy="152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unication between people in social networks. (provided by Getty Images)"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450" y="2382275"/>
            <a:ext cx="3250673" cy="243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231500" y="3373175"/>
            <a:ext cx="46266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When you send a message you need: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Receiver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&gt;What if we could change that?&lt;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Signal - Sealed Sender </a:t>
            </a:r>
            <a:endParaRPr/>
          </a:p>
        </p:txBody>
      </p:sp>
      <p:pic>
        <p:nvPicPr>
          <p:cNvPr descr="File:Signal-Logo.svg - Wikimedia Commons"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951" y="105251"/>
            <a:ext cx="1525750" cy="15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 title="sealed-sender-yuv420p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6250" y="1804625"/>
            <a:ext cx="3207700" cy="32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MLS - Message Layer Se</a:t>
            </a:r>
            <a:r>
              <a:rPr lang="en-GB"/>
              <a:t>curity 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Messaging Layer Security (MLS) Protocol RFC 9420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“Signal </a:t>
            </a:r>
            <a:r>
              <a:rPr lang="en-GB"/>
              <a:t>Competitor</a:t>
            </a:r>
            <a:r>
              <a:rPr lang="en-GB"/>
              <a:t>”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Signal = Designed for 1-2-1 Chats &amp; Small 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MTLS = Designed for MASSIVE groups (2 -&gt; 50,000)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Designed based on Asynchronous Ratcheting Trees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225" y="3653349"/>
            <a:ext cx="4458424" cy="13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Ed25519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They are so small!!!!!!!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Same Security as RSA but used Elliptic Curves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RSA (2048 bits) Vs Ed25519 (256 bits)</a:t>
            </a:r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145400" y="738450"/>
            <a:ext cx="40581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-----BEGIN PRIVATE KEY-----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MIIEvAIBADANBgkqhkiG9w0BAQEFAASCBKYwggSiAgEAAoIBAQCaq6y27+AcrHGP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0lQO4Ckf/1lXJ3J5H0e5R/ttltOUOgnfSjHBK3N/gDBVK5ruV1kAzLP1RrLuHqS2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ranU2NFWwqFB87tyfu92os8qQP4kC4a4QUL3CH8vMMNIbKxFNUP+R/4BwrMtG6t8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B2UxPmfo2E4KfdwzzElcJsH4vYOYure9KV3JsXO/CfrIzvg6+Zmw7sCGwFSsbRkp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enqYv3qmEKUfF9stHDlbOER6mBmU61OEuTqqqbzpLJ6tBQxHDuL5hrc1hsDLNyTl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Nsxst2yXHRk0LvZnYOjeP5/Yu0aB5qGg+FwNVWraI0LBzNn48sdqTifg9lJk2m7D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TiIvVlnJAgMBAAECggEACfe5VDrGPyLP2LxtxV2l2NWMbOTyaCLfbO3aIrhfH0TU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QQsXhMLnmRZqRvrd67E+X6JRkKODQXxBEjLD6J8mcohtewIZmOncRdF9N1Rj7G+/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uV0fUys9gw2J8D9spLMnlBoQoQ1qnaQUW5RgbZl/ec6CzQNKbx4htiobQwv3kJ6S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KsKMXeqcCOtuA7WgQsYOGiOMHLOApMlD5cigP25ZdvMu9dmQ+iDhJgP/DbAbsZOW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TguBcJeMxNGlhmDgywpVbA3Xf1ecMv4p8H2rZbsZEBj9TjsUWWqVrtmUeiWVCbZA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AZLbuA0HuTjgrgmlZUa6egW45UsObqNKO7434zs2PwKBgQDS9xsKTCQdfZz2JAlt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utparQ0yrnutEb8vC+KWP7hgDhAUF66552EXIIt0XeGHPY+teadlcuOeG4mtIPDu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kFg0lb5y2BEJJAhYW7VKOmLPfKsnU8YSjBEvQST7ETMx2VPS45/U25+6JOjsXaAQ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4j8lUy76CMpXxqDDMewRGGJJkwKBgQC7sClaGXNlvZBcEd3wjIdTnKXN9WLJ9FT0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FWD5d9A5lEu7fItLx+BVXOHn7Afr+h4p5jpx1igrsQg824xkg9Izr2Gdi9pNc9JG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5+eHBXodj6r83VNOkQiuKWhkABxE1AQFFw/GRIubqOrRn4aeTOmnj4SXCapYCqYd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dUqxQ2B4swKBgGns3Mzc0j1kds035uwLp9tjjH7oEP0jLgVnSEv8jozcQsJz6a06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OgussZiqErUe+ec2cBCGETevx/7/zTlbjI5KqadsSZF3YCFNWsd8bWSUyjMi4w8o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+O/rG7BcQIJFBsuaswPjil2ibrlPgTE5CE+rZqjwhPhxqQKZLFihD6i1AoGAJiHV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VPPkyR/pa3tJzyyN9gPWf/DCAGv+spSBXk3kZT5m4JGeL2hNgKpdT2RZ+6yWYkbf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Su+Ku8288bhdXrKVi2CvgXW/hYrphvRoyrrnI4hj4foJieXXkKLjDaYkGCvHIU2d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K9gTUS3Rf4Ncs17G/f8fnhwdmsOXGlcRNNCOkhcCgYAVRTK/VSFu4VvJlAZxQZsN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tUFnCM3uo53eIEfzdXCRI+Div6IaNPlvKHz9nqVXbhfunEiBxXgIpCxHVGARftit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R5vxVjzRxskbFr1kmwybpYbN8wcDJVqCLMhCzgaiahZOu8ux3Qf34aqXcj5C63mi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VghnhzXhwjrfnwTCOXnstQ==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-----END PRIVATE KEY-----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4261025" y="1410075"/>
            <a:ext cx="4663800" cy="21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-----BEGIN OPENSSH PRIVATE KEY-----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b3BlbnNzaC1rZXktdjEAAAAABG5vbmUAAAAEbm9uZQAAAAAAAAABAAAAMwAAAAtzc2gtZW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QyNTUxOQAAACAts8f9ONDMtzHh7MptEcbjGrjnXH55HFNZPudNN41y7wAAAIiEydt1hMnb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dQAAAAtzc2gtZWQyNTUxOQAAACAts8f9ONDMtzHh7MptEcbjGrjnXH55HFNZPudNN41y7w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AAAEA0Cvyv8efJn8kdwSstI/XSbU8LaVz3cqjfGCSRUstXIi2zx/040My3MeHsym0RxuMa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uOdcfnkcU1k+5003jXLvAAAABHRlc3QB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-----END OPENSSH PRIVATE KEY-----</a:t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SafeCurves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8275" y="792050"/>
            <a:ext cx="5107452" cy="42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/>
          <p:nvPr/>
        </p:nvSpPr>
        <p:spPr>
          <a:xfrm>
            <a:off x="2091275" y="2087400"/>
            <a:ext cx="4976700" cy="246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2083650" y="2836772"/>
            <a:ext cx="4976700" cy="246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AGE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Created by </a:t>
            </a:r>
            <a:r>
              <a:rPr lang="en-GB"/>
              <a:t>Filippo Valsorda (The Go Crypto Core Maintainer)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“age is a simple, modern and secure file encryption tool, format, and Go library”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“It features small explicit keys, post-quantum support, no config options, and UNIX-style composability”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Uses both: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Ed25519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ChaCha20-Poly130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Really great way of encrypting data and sharing it with people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https://tomcope.com/agepubkey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Age1g94elu386ghaysp6x947ze2snaz2p569nhhwlpc7m5e75jgedfusgcc4qp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Supports password encryption too!</a:t>
            </a:r>
            <a:endParaRPr/>
          </a:p>
        </p:txBody>
      </p:sp>
      <p:pic>
        <p:nvPicPr>
          <p:cNvPr id="185" name="Google Shape;1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29851" y="250570"/>
            <a:ext cx="2886950" cy="11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Cryptomator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Allows you to create encrypted folders on your PC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Acts as middle box between your local PC and the 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 Source</a:t>
            </a:r>
            <a:r>
              <a:rPr lang="en-GB"/>
              <a:t> and Good Crypto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Really easy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Free and has a great mobile app (with share function)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Designed to work nicely with sync and backup services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4051" y="38175"/>
            <a:ext cx="1929299" cy="16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